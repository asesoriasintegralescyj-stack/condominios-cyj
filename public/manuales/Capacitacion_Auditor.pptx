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73152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1">
                <a:solidFill>
                  <a:srgbClr val="0A1172"/>
                </a:solidFill>
                <a:latin typeface="Calibri"/>
              </a:rPr>
              <a:t>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CAPACITACIÓN SISTEMA DE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Rol: 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Solo lectura — control y trazabilidad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Condominio Laguna Norte  ·  Junio 2026  · 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 Rol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Auditor tienes acceso de SOLO LECTURA a todos los módulos.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Visualizar todos los módulos del sistema (sin modificar)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Revisar logs de auditoría (todas las acciones del sistema)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historial de aprobaciones de OT y SC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OT, proyectos, personal, activos, inventario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reportes (no exportar)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cumplimiento legal (solo lectura)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Dashboard del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Vista del Dashboard — el auditor ve todas las métricas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Solicitudes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06_solicitudes_comp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SC — el auditor ve todas pero no puede aprobar ni crear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Órdenes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03_ot_li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OT — el auditor ve todas para verificar el cumplimiento de procesos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04_proye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Proyectos — el auditor puede ver todos los proyectos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 puedes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" cy="3200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0">
                <a:solidFill>
                  <a:srgbClr val="DC2626"/>
                </a:solidFill>
                <a:latin typeface="Calibri"/>
              </a:rPr>
              <a:t>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498079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0F2040"/>
                </a:solidFill>
                <a:latin typeface="Calibri"/>
              </a:rPr>
              <a:t>El rol Auditor es ESTRICTAMENTE de solo lectura. No puedes crear, editar o eliminar nada. No puedes aprobar OT/SC, exportar reportes, registrar rondas, ni hacer respaldos. Si detectas anomalías, reporta al admin.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Datos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Credenciales de prueba: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URL: https://condominios-cyj.vercel.app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Email: auditor.test@cyj.cl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Contraseña temporal: Auditor2026!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666666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Deberás cambiar la contraseña en el primer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¡Listo!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Calibri"/>
              </a:rPr>
              <a:t>Ya puedes comenzar a usar el sistema como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Si tienes dudas, consulta el Manual de Usuario o contacta al 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asesoriasintegralescyj@gmail.com  ·  +56 964 650 643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