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0" y="731520"/>
            <a:ext cx="21031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731520"/>
            <a:ext cx="2103120" cy="2103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0" b="1">
                <a:solidFill>
                  <a:srgbClr val="0A1172"/>
                </a:solidFill>
                <a:latin typeface="Calibri"/>
              </a:rPr>
              <a:t>🛡️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Calibri"/>
              </a:rPr>
              <a:t>CAPACITACIÓN SISTEMA DE GESTIÓN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Rol: Administrador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0">
                <a:solidFill>
                  <a:srgbClr val="F1F5F9"/>
                </a:solidFill>
                <a:latin typeface="Calibri"/>
              </a:rPr>
              <a:t>Acceso total al sistema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Condominio Laguna Norte  ·  Junio 2026  ·  v1.1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Tu Rol y Responsabilidades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Como Administrador tienes control completo del sistema.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Gestionar usuarios: crear, editar, eliminar y restablecer contraseñas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Configurar permisos del sistema (módulo exclusivo)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Aprobar Solicitudes de Compra en la 2da etapa (gestionar compra)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Aprobar/rechazar Órdenes de Trabajo completadas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Gestionar Respaldos de la base de datos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Ver Auditoría completa (logs de todas las acciones)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Acceso a TODOS los módulos sin excepción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Administrador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Dashboard del Administrador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3</a:t>
            </a:r>
          </a:p>
        </p:txBody>
      </p:sp>
      <p:pic>
        <p:nvPicPr>
          <p:cNvPr id="5" name="Picture 4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87" y="1097280"/>
            <a:ext cx="9418320" cy="5886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Vista general del Dashboard con métricas del sistema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Administrador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Gestión de Usuarios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4</a:t>
            </a:r>
          </a:p>
        </p:txBody>
      </p:sp>
      <p:pic>
        <p:nvPicPr>
          <p:cNvPr id="5" name="Picture 4" descr="07_usu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87" y="1097280"/>
            <a:ext cx="9418320" cy="5886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Módulo de Usuarios — solo visible para Administrador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Administrador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Crear Nuevo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5</a:t>
            </a:r>
          </a:p>
        </p:txBody>
      </p:sp>
      <p:pic>
        <p:nvPicPr>
          <p:cNvPr id="5" name="Picture 4" descr="12_usuario_cr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87" y="1097280"/>
            <a:ext cx="9418320" cy="5886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Formulario de creación de usuario con selección de rol y permisos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Administrador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Flujo: Crear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Pasos para crear un nuevo usuario: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F59E0B"/>
                </a:solidFill>
              </a:rPr>
              <a:t>1.  </a:t>
            </a:r>
            <a:r>
              <a:rPr sz="1600">
                <a:solidFill>
                  <a:srgbClr val="0F2040"/>
                </a:solidFill>
              </a:rPr>
              <a:t>Ve a Sistema → Usuarios → "Crear Usuario"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F59E0B"/>
                </a:solidFill>
              </a:rPr>
              <a:t>2.  </a:t>
            </a:r>
            <a:r>
              <a:rPr sz="1600">
                <a:solidFill>
                  <a:srgbClr val="0F2040"/>
                </a:solidFill>
              </a:rPr>
              <a:t>Completa: nombre, apellido, email, RUT, rol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F59E0B"/>
                </a:solidFill>
              </a:rPr>
              <a:t>3.  </a:t>
            </a:r>
            <a:r>
              <a:rPr sz="1600">
                <a:solidFill>
                  <a:srgbClr val="0F2040"/>
                </a:solidFill>
              </a:rPr>
              <a:t>Asigna contraseña temporal (mínimo 8 caracteres)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F59E0B"/>
                </a:solidFill>
              </a:rPr>
              <a:t>4.  </a:t>
            </a:r>
            <a:r>
              <a:rPr sz="1600">
                <a:solidFill>
                  <a:srgbClr val="0F2040"/>
                </a:solidFill>
              </a:rPr>
              <a:t>Configura permisos personalizados (opcional)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F59E0B"/>
                </a:solidFill>
              </a:rPr>
              <a:t>5.  </a:t>
            </a:r>
            <a:r>
              <a:rPr sz="1600">
                <a:solidFill>
                  <a:srgbClr val="0F2040"/>
                </a:solidFill>
              </a:rPr>
              <a:t>Guarda → aparece diálogo con credenciales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F59E0B"/>
                </a:solidFill>
              </a:rPr>
              <a:t>6.  </a:t>
            </a:r>
            <a:r>
              <a:rPr sz="1600">
                <a:solidFill>
                  <a:srgbClr val="0F2040"/>
                </a:solidFill>
              </a:rPr>
              <a:t>Comparte credenciales con el usuario por canal seguro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F59E0B"/>
                </a:solidFill>
              </a:rPr>
              <a:t>7.  </a:t>
            </a:r>
            <a:r>
              <a:rPr sz="1600">
                <a:solidFill>
                  <a:srgbClr val="0F2040"/>
                </a:solidFill>
              </a:rPr>
              <a:t>El usuario deberá cambiar su contraseña en el primer login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Administrador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Permisos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7</a:t>
            </a:r>
          </a:p>
        </p:txBody>
      </p:sp>
      <p:pic>
        <p:nvPicPr>
          <p:cNvPr id="5" name="Picture 4" descr="08_permi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87" y="1097280"/>
            <a:ext cx="9418320" cy="5886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Matriz visual de permisos — 15 categorías × 6 roles (exclusivo admin)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Administrador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Solicitudes de Compra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8</a:t>
            </a:r>
          </a:p>
        </p:txBody>
      </p:sp>
      <p:pic>
        <p:nvPicPr>
          <p:cNvPr id="5" name="Picture 4" descr="06_solicitudes_comp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87" y="1097280"/>
            <a:ext cx="9418320" cy="5886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Módulo SC con columna "Etapa Aprob." y botones de acción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Administrador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Flujo: Aprobar SC (Etapa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Como admin, apruebas en la 2da etapa del flujo: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F59E0B"/>
                </a:solidFill>
              </a:rPr>
              <a:t>1.  </a:t>
            </a:r>
            <a:r>
              <a:rPr sz="1600">
                <a:solidFill>
                  <a:srgbClr val="0F2040"/>
                </a:solidFill>
              </a:rPr>
              <a:t>Ve a Solicitud de Compras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F59E0B"/>
                </a:solidFill>
              </a:rPr>
              <a:t>2.  </a:t>
            </a:r>
            <a:r>
              <a:rPr sz="1600">
                <a:solidFill>
                  <a:srgbClr val="0F2040"/>
                </a:solidFill>
              </a:rPr>
              <a:t>Busca SC con etapa "Aprobada Supervisor"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F59E0B"/>
                </a:solidFill>
              </a:rPr>
              <a:t>3.  </a:t>
            </a:r>
            <a:r>
              <a:rPr sz="1600">
                <a:solidFill>
                  <a:srgbClr val="0F2040"/>
                </a:solidFill>
              </a:rPr>
              <a:t>Revisa materiales, monto, proveedor sugerido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F59E0B"/>
                </a:solidFill>
              </a:rPr>
              <a:t>4.  </a:t>
            </a:r>
            <a:r>
              <a:rPr sz="1600">
                <a:solidFill>
                  <a:srgbClr val="0F2040"/>
                </a:solidFill>
              </a:rPr>
              <a:t>Haz clic en "Gestionar" (botón verde)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F59E0B"/>
                </a:solidFill>
              </a:rPr>
              <a:t>5.  </a:t>
            </a:r>
            <a:r>
              <a:rPr sz="1600">
                <a:solidFill>
                  <a:srgbClr val="0F2040"/>
                </a:solidFill>
              </a:rPr>
              <a:t>Opcional: agrega observaciones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F59E0B"/>
                </a:solidFill>
              </a:rPr>
              <a:t>6.  </a:t>
            </a:r>
            <a:r>
              <a:rPr sz="1600">
                <a:solidFill>
                  <a:srgbClr val="0F2040"/>
                </a:solidFill>
              </a:rPr>
              <a:t>Confirma → estado pasa a "En Proceso"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F59E0B"/>
                </a:solidFill>
              </a:rPr>
              <a:t>7.  </a:t>
            </a:r>
            <a:r>
              <a:rPr sz="1600">
                <a:solidFill>
                  <a:srgbClr val="0F2040"/>
                </a:solidFill>
              </a:rPr>
              <a:t>Cuando compres los materiales, edita → estado "Comprado"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Administrador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Órdenes de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10</a:t>
            </a:r>
          </a:p>
        </p:txBody>
      </p:sp>
      <p:pic>
        <p:nvPicPr>
          <p:cNvPr id="5" name="Picture 4" descr="03_ot_lis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87" y="1097280"/>
            <a:ext cx="9418320" cy="5886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Listado de OT — el admin puede crear, editar, eliminar y aprobar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Administrador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Crear Nueva 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11</a:t>
            </a:r>
          </a:p>
        </p:txBody>
      </p:sp>
      <p:pic>
        <p:nvPicPr>
          <p:cNvPr id="5" name="Picture 4" descr="10_ot_cr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87" y="1097280"/>
            <a:ext cx="9418320" cy="5886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Formulario de creación de OT con asignación de personal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Administrador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Módulo Rondas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12</a:t>
            </a:r>
          </a:p>
        </p:txBody>
      </p:sp>
      <p:pic>
        <p:nvPicPr>
          <p:cNvPr id="5" name="Picture 4" descr="05_ron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87" y="1097280"/>
            <a:ext cx="9418320" cy="5886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Gestión de Rondas — 32 rondas agrupadas por etapa con QR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Administrador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Manuales y Capacitaciones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13</a:t>
            </a:r>
          </a:p>
        </p:txBody>
      </p:sp>
      <p:pic>
        <p:nvPicPr>
          <p:cNvPr id="5" name="Picture 4" descr="09_manu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87" y="1097280"/>
            <a:ext cx="9418320" cy="5886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Módulo de descarga de manuales — visible para todos los roles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Administrador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Datos de Acceso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Credenciales del administrador: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URL: https://condominios-cyj.vercel.app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Email: admin@cyj.cl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Contraseña: (la que ya tienes configurada)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Página de inicio: /sistema (dashboard)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Módulo exclusivo: Sistema → Permisos del Sistema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Administrador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¡Listo!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0">
                <a:solidFill>
                  <a:srgbClr val="F1F5F9"/>
                </a:solidFill>
                <a:latin typeface="Calibri"/>
              </a:rPr>
              <a:t>Ya puedes comenzar a usar el sistema como Administrador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F59E0B"/>
                </a:solidFill>
                <a:latin typeface="Calibri"/>
              </a:rPr>
              <a:t>Si tienes dudas, consulta el Manual de Usuario o contacta al administrador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asesoriasintegralescyj@gmail.com  ·  +56 964 650 643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