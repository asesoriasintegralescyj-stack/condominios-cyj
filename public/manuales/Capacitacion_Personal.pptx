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0" y="731520"/>
            <a:ext cx="2103120" cy="2103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0" y="731520"/>
            <a:ext cx="2103120" cy="2103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8000" b="1">
                <a:solidFill>
                  <a:srgbClr val="0A1172"/>
                </a:solidFill>
                <a:latin typeface="Calibri"/>
              </a:rPr>
              <a:t>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1069848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Calibri"/>
              </a:rPr>
              <a:t>CAPACITACIÓN SISTEMA DE GESTIÓN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49039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Rol: Personal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106984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0">
                <a:solidFill>
                  <a:srgbClr val="F1F5F9"/>
                </a:solidFill>
                <a:latin typeface="Calibri"/>
              </a:rPr>
              <a:t>Trabajador de terreno — ejecuta 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Calibri"/>
              </a:rPr>
              <a:t>Condominio Laguna Norte  ·  Junio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Tu Rol y Responsabilidades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Como Personal (trabajador) tu función es ejecutar las OT asignadas y reportar avances.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Ver las OT que te fueron asignadas (no las de otros)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Actualizar el progreso de tus OT (0-100%)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Marcar OT como "Completado" cuando termines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Crear Solicitudes de Compra (si necesitas materiales)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Consultar manuales de herramientas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Ver tu propio registro de asistencia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Personal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Módulos que puedes 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Acceso limitado a módulos relacionados con tu trabajo: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Dashboard (simplificado, muestra tus OT)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Órdenes de Trabajo (solo las asignadas a ti)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Control de Asistencia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Herramientas (con manuales de uso)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Solicitud de Compras (crear + ver propias)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Notificaciones (relacionadas con tus OT)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Personal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Importante: No ves Aprobaciones 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10332720" cy="32004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828800"/>
            <a:ext cx="137160" cy="320040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03120"/>
            <a:ext cx="1828800" cy="1828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8000" b="0">
                <a:solidFill>
                  <a:srgbClr val="0369A1"/>
                </a:solidFill>
                <a:latin typeface="Calibri"/>
              </a:rPr>
              <a:t>ℹ️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103120"/>
            <a:ext cx="7498079" cy="2743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0">
                <a:solidFill>
                  <a:srgbClr val="0F2040"/>
                </a:solidFill>
                <a:latin typeface="Calibri"/>
              </a:rPr>
              <a:t>El módulo "Aprobaciones OT" NO está disponible para tu rol. Eso es porque tú completas las OT pero no las apruebas. La aprobación la hace el supervisor o administrador después de que tú marcas la OT como completada.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Personal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0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10896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106984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Tu flujo de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Personal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Flujo: Actualizar progreso de 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Cómo reportar el avance de tus Órdenes de Trabajo: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  <a:latin typeface="Calibri"/>
              </a:rPr>
              <a:t>1.  </a:t>
            </a:r>
            <a:r>
              <a:rPr sz="1600">
                <a:solidFill>
                  <a:srgbClr val="0F2040"/>
                </a:solidFill>
                <a:latin typeface="Calibri"/>
              </a:rPr>
              <a:t>Inicia sesión y ve a Órdenes de Trabajo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  <a:latin typeface="Calibri"/>
              </a:rPr>
              <a:t>2.  </a:t>
            </a:r>
            <a:r>
              <a:rPr sz="1600">
                <a:solidFill>
                  <a:srgbClr val="0F2040"/>
                </a:solidFill>
                <a:latin typeface="Calibri"/>
              </a:rPr>
              <a:t>Solo verás las OT donde estás asignado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  <a:latin typeface="Calibri"/>
              </a:rPr>
              <a:t>3.  </a:t>
            </a:r>
            <a:r>
              <a:rPr sz="1600">
                <a:solidFill>
                  <a:srgbClr val="0F2040"/>
                </a:solidFill>
                <a:latin typeface="Calibri"/>
              </a:rPr>
              <a:t>Haz clic en la OT para abrir el detalle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  <a:latin typeface="Calibri"/>
              </a:rPr>
              <a:t>4.  </a:t>
            </a:r>
            <a:r>
              <a:rPr sz="1600">
                <a:solidFill>
                  <a:srgbClr val="0F2040"/>
                </a:solidFill>
                <a:latin typeface="Calibri"/>
              </a:rPr>
              <a:t>Actualiza el porcentaje de progreso (0-100%)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  <a:latin typeface="Calibri"/>
              </a:rPr>
              <a:t>5.  </a:t>
            </a:r>
            <a:r>
              <a:rPr sz="1600">
                <a:solidFill>
                  <a:srgbClr val="0F2040"/>
                </a:solidFill>
                <a:latin typeface="Calibri"/>
              </a:rPr>
              <a:t>Cambia el estado si es necesario (En Progreso → Completado)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  <a:latin typeface="Calibri"/>
              </a:rPr>
              <a:t>6.  </a:t>
            </a:r>
            <a:r>
              <a:rPr sz="1600">
                <a:solidFill>
                  <a:srgbClr val="0F2040"/>
                </a:solidFill>
                <a:latin typeface="Calibri"/>
              </a:rPr>
              <a:t>Cuando llegues a 100%, marca como "Completado"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  <a:latin typeface="Calibri"/>
              </a:rPr>
              <a:t>7.  </a:t>
            </a:r>
            <a:r>
              <a:rPr sz="1600">
                <a:solidFill>
                  <a:srgbClr val="0F2040"/>
                </a:solidFill>
                <a:latin typeface="Calibri"/>
              </a:rPr>
              <a:t>La OT pasará automáticamente al supervisor/admin para aprobación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Personal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Flujo: Crear Solicitud de Compra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Si necesitas materiales para una OT, puedes solicitarlos: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  <a:latin typeface="Calibri"/>
              </a:rPr>
              <a:t>1.  </a:t>
            </a:r>
            <a:r>
              <a:rPr sz="1600">
                <a:solidFill>
                  <a:srgbClr val="0F2040"/>
                </a:solidFill>
                <a:latin typeface="Calibri"/>
              </a:rPr>
              <a:t>Ve a Solicitud de Compras → "Nueva Solicitud"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  <a:latin typeface="Calibri"/>
              </a:rPr>
              <a:t>2.  </a:t>
            </a:r>
            <a:r>
              <a:rPr sz="1600">
                <a:solidFill>
                  <a:srgbClr val="0F2040"/>
                </a:solidFill>
                <a:latin typeface="Calibri"/>
              </a:rPr>
              <a:t>Indica: título, descripción, prioridad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  <a:latin typeface="Calibri"/>
              </a:rPr>
              <a:t>3.  </a:t>
            </a:r>
            <a:r>
              <a:rPr sz="1600">
                <a:solidFill>
                  <a:srgbClr val="0F2040"/>
                </a:solidFill>
                <a:latin typeface="Calibri"/>
              </a:rPr>
              <a:t>Agrega los materiales con cantidades y precios estimados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  <a:latin typeface="Calibri"/>
              </a:rPr>
              <a:t>4.  </a:t>
            </a:r>
            <a:r>
              <a:rPr sz="1600">
                <a:solidFill>
                  <a:srgbClr val="0F2040"/>
                </a:solidFill>
                <a:latin typeface="Calibri"/>
              </a:rPr>
              <a:t>Guarda → tu supervisor revisará la solicitud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  <a:latin typeface="Calibri"/>
              </a:rPr>
              <a:t>5.  </a:t>
            </a:r>
            <a:r>
              <a:rPr sz="1600">
                <a:solidFill>
                  <a:srgbClr val="0F2040"/>
                </a:solidFill>
                <a:latin typeface="Calibri"/>
              </a:rPr>
              <a:t>Recibirás notificación cuando sea aprobada/rechazada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  <a:latin typeface="Calibri"/>
              </a:rPr>
              <a:t>6.  </a:t>
            </a:r>
            <a:r>
              <a:rPr sz="1600">
                <a:solidFill>
                  <a:srgbClr val="0F2040"/>
                </a:solidFill>
                <a:latin typeface="Calibri"/>
              </a:rPr>
              <a:t>Solo verás las SC que tú creaste (no las de otros)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Personal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Consultar manuales de herramientas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10332720" cy="32004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828800"/>
            <a:ext cx="137160" cy="32004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03120"/>
            <a:ext cx="1828800" cy="1828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8000" b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103120"/>
            <a:ext cx="7498079" cy="2743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0">
                <a:solidFill>
                  <a:srgbClr val="0F2040"/>
                </a:solidFill>
                <a:latin typeface="Calibri"/>
              </a:rPr>
              <a:t>En el módulo Herramientas puedes consultar los manuales de uso de cada herramienta antes de utilizarla. Esto es importante para tu seguridad y para el correcto uso del equipo. Si una herramienta no tiene manual cargado, avisa al administrador.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Personal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No puedes hacer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10332720" cy="32004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828800"/>
            <a:ext cx="137160" cy="32004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03120"/>
            <a:ext cx="1828800" cy="1828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8000" b="0">
                <a:solidFill>
                  <a:srgbClr val="DC2626"/>
                </a:solidFill>
                <a:latin typeface="Calibri"/>
              </a:rPr>
              <a:t>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103120"/>
            <a:ext cx="7498079" cy="2743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0">
                <a:solidFill>
                  <a:srgbClr val="0F2040"/>
                </a:solidFill>
                <a:latin typeface="Calibri"/>
              </a:rPr>
              <a:t>Limitaciones del rol Personal:
✗ Ver OT de otros trabajadores (solo las asignadas a ti)
✗ Crear o editar OT (solo actualizar progreso)
✗ Eliminar OT o cualquier registro
✗ Ver Aprobaciones OT, Personal, Proveedores, Proyectos
✗ Ver Usuarios, Permisos, Auditoría, Respaldos
✗ Aprobar Solicitudes de Compra
✗ Exportar reportes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Personal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Datos de Acceso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Credenciales de prueba para capacitación: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URL: https://condominios-cyj.vercel.app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Email: personal.test@cyj.cl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Contraseña temporal: Personal2026!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Deberás cambiar la contraseña en el primer login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</a:t>
            </a:r>
            <a:r>
              <a:rPr sz="1600">
                <a:solidFill>
                  <a:srgbClr val="0F2040"/>
                </a:solidFill>
                <a:latin typeface="Calibri"/>
              </a:rPr>
              <a:t>Página de inicio: /sistema (dashboard simplificado)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Personal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69848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Calibri"/>
              </a:rPr>
              <a:t>¡Listo!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200" b="0">
                <a:solidFill>
                  <a:srgbClr val="F1F5F9"/>
                </a:solidFill>
                <a:latin typeface="Calibri"/>
              </a:rPr>
              <a:t>Ya puedes comenzar a usar el sistema como Personal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5488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0">
                <a:solidFill>
                  <a:srgbClr val="F59E0B"/>
                </a:solidFill>
                <a:latin typeface="Calibri"/>
              </a:rPr>
              <a:t>Si tienes dudas, consulta el Manual de Usuario o contacta al administrador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asesoriasintegralescyj@gmail.com  ·  +56 964 650 643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