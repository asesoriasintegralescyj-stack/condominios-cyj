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731520"/>
            <a:ext cx="21031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731520"/>
            <a:ext cx="2103120" cy="2103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0" b="1">
                <a:solidFill>
                  <a:srgbClr val="0A1172"/>
                </a:solidFill>
                <a:latin typeface="Calibri"/>
              </a:rPr>
              <a:t>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Calibri"/>
              </a:rPr>
              <a:t>CAPACITACIÓN SISTEMA DE GESTIÓN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Rol: Personal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F1F5F9"/>
                </a:solidFill>
                <a:latin typeface="Calibri"/>
              </a:rPr>
              <a:t>Trabajador de terreno — ejecuta 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Condominio Laguna Norte  ·  Junio 2026  ·  v1.1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Tu Rol y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Como Personal (trabajador) tu función es ejecutar las OT asignadas.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Ver las OT que te fueron asignadas (no las de otros)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Actualizar el progreso de tus OT (0-100%)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Marcar OT como "Completado" cuando termines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Crear Solicitudes de Compra si necesitas materiales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Consultar manuales de herramientas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Ver tu propio registro de asistencia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Órdenes de Trabajo (solo tus 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pic>
        <p:nvPicPr>
          <p:cNvPr id="5" name="Picture 4" descr="03_ot_li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Solo verás las OT donde estás asignado — no las de otros trabajadores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Flujo: Actualizar progreso de 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Cómo reportar el avance de tus OT: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1.  </a:t>
            </a:r>
            <a:r>
              <a:rPr sz="1600">
                <a:solidFill>
                  <a:srgbClr val="0F2040"/>
                </a:solidFill>
              </a:rPr>
              <a:t>Inicia sesión y ve a Órdenes de Trabajo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2.  </a:t>
            </a:r>
            <a:r>
              <a:rPr sz="1600">
                <a:solidFill>
                  <a:srgbClr val="0F2040"/>
                </a:solidFill>
              </a:rPr>
              <a:t>Solo verás las OT donde estás asignado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3.  </a:t>
            </a:r>
            <a:r>
              <a:rPr sz="1600">
                <a:solidFill>
                  <a:srgbClr val="0F2040"/>
                </a:solidFill>
              </a:rPr>
              <a:t>Haz clic en la OT para abrir el detalle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4.  </a:t>
            </a:r>
            <a:r>
              <a:rPr sz="1600">
                <a:solidFill>
                  <a:srgbClr val="0F2040"/>
                </a:solidFill>
              </a:rPr>
              <a:t>Actualiza el porcentaje de progreso (0-100%)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5.  </a:t>
            </a:r>
            <a:r>
              <a:rPr sz="1600">
                <a:solidFill>
                  <a:srgbClr val="0F2040"/>
                </a:solidFill>
              </a:rPr>
              <a:t>Cambia el estado si es necesario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6.  </a:t>
            </a:r>
            <a:r>
              <a:rPr sz="1600">
                <a:solidFill>
                  <a:srgbClr val="0F2040"/>
                </a:solidFill>
              </a:rPr>
              <a:t>Cuando llegues a 100%, marca como "Completado"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</a:rPr>
              <a:t>7.  </a:t>
            </a:r>
            <a:r>
              <a:rPr sz="1600">
                <a:solidFill>
                  <a:srgbClr val="0F2040"/>
                </a:solidFill>
              </a:rPr>
              <a:t>La OT pasará al supervisor/admin para aprobación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Crear Solicitud de Compra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11_sc_cr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Si necesitas materiales para una OT, puedes solicitarlos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Herramientas y Manuales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09_manu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7" y="1097280"/>
            <a:ext cx="9418320" cy="588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Calibri"/>
              </a:rPr>
              <a:t>Módulo de Manuales — descarga el manual y tu capacitación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No ves Aprobaciones 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3200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37160" cy="320040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8000" b="0">
                <a:solidFill>
                  <a:srgbClr val="0369A1"/>
                </a:solidFill>
                <a:latin typeface="Calibri"/>
              </a:rPr>
              <a:t>ℹ️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7498079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>
                <a:solidFill>
                  <a:srgbClr val="0F2040"/>
                </a:solidFill>
                <a:latin typeface="Calibri"/>
              </a:rPr>
              <a:t>El módulo "Aprobaciones OT" NO está disponible para tu rol. Tú completas las OT pero no las apruebas. La aprobación la hace el supervisor o administrador después de que tú marcas la OT como completada.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Personal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1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Datos de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37160"/>
            <a:ext cx="731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400" b="0">
                <a:solidFill>
                  <a:srgbClr val="F59E0B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Credenciales de prueba: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URL: https://condominios-cyj.vercel.app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Email: personal.test@cyj.cl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Contraseña temporal: Personal2026!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Deberás cambiar la contraseña en el primer login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● </a:t>
            </a:r>
            <a:r>
              <a:rPr sz="1600">
                <a:solidFill>
                  <a:srgbClr val="0F2040"/>
                </a:solidFill>
              </a:rPr>
              <a:t>Página de inicio: /sistema (dashboard simplificado)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Asesorías Integrales CyJ · Capacitación 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83680"/>
            <a:ext cx="45720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>
                <a:solidFill>
                  <a:srgbClr val="F59E0B"/>
                </a:solidFill>
                <a:latin typeface="Calibri"/>
              </a:rPr>
              <a:t>https://condominios-cyj.vercel.app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¡Listo!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>
                <a:solidFill>
                  <a:srgbClr val="F1F5F9"/>
                </a:solidFill>
                <a:latin typeface="Calibri"/>
              </a:rPr>
              <a:t>Ya puedes comenzar a usar el sistema como 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F59E0B"/>
                </a:solidFill>
                <a:latin typeface="Calibri"/>
              </a:rPr>
              <a:t>Si tienes dudas, consulta el Manual de Usuario o contacta al administrador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asesoriasintegralescyj@gmail.com  ·  +56 964 650 643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