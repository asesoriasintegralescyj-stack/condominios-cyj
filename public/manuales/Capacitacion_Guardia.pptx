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0" y="731520"/>
            <a:ext cx="21031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0" y="731520"/>
            <a:ext cx="2103120" cy="2103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8000" b="1">
                <a:solidFill>
                  <a:srgbClr val="0A1172"/>
                </a:solidFill>
                <a:latin typeface="Calibri"/>
              </a:rPr>
              <a:t>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Calibri"/>
              </a:rPr>
              <a:t>CAPACITACIÓN SISTEMA DE GESTIÓN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Rol: Guardia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0">
                <a:solidFill>
                  <a:srgbClr val="F1F5F9"/>
                </a:solidFill>
                <a:latin typeface="Calibri"/>
              </a:rPr>
              <a:t>Control de Rondas — página dedicada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Calibri"/>
              </a:rPr>
              <a:t>Condominio Laguna Norte  ·  Junio 2026  ·  v1.1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Tu Rol y Responsabilidades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Como Guardia tienes una función específica: registrar las rondas escaneando QR.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Registrar rondas escaneando QR con la cámara del celular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Pasar por todos los postos de tu etapa en cada ronda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Mantener el dispositivo cargado y con cámara funcional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Reportar problemas con QR dañados o ilegibles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Cerrar sesión al terminar tu turno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Guardia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Página dedicada del Guardia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3</a:t>
            </a:r>
          </a:p>
        </p:txBody>
      </p:sp>
      <p:pic>
        <p:nvPicPr>
          <p:cNvPr id="5" name="Picture 4" descr="14_guardia_ron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87" y="1097280"/>
            <a:ext cx="9418320" cy="5886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Calibri"/>
              </a:rPr>
              <a:t>Página /rondas-guardia — SOLO el botón "Registrar Ronda"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Guardia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Flujo: Registrar Ronda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Pasos para registrar una ronda: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</a:rPr>
              <a:t>1.  </a:t>
            </a:r>
            <a:r>
              <a:rPr sz="1600">
                <a:solidFill>
                  <a:srgbClr val="0F2040"/>
                </a:solidFill>
              </a:rPr>
              <a:t>Inicia sesión con tu email y contraseña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</a:rPr>
              <a:t>2.  </a:t>
            </a:r>
            <a:r>
              <a:rPr sz="1600">
                <a:solidFill>
                  <a:srgbClr val="0F2040"/>
                </a:solidFill>
              </a:rPr>
              <a:t>Si es primer login, cambia tu contraseña temporal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</a:rPr>
              <a:t>3.  </a:t>
            </a:r>
            <a:r>
              <a:rPr sz="1600">
                <a:solidFill>
                  <a:srgbClr val="0F2040"/>
                </a:solidFill>
              </a:rPr>
              <a:t>Serás redirigido automáticamente a /rondas-guardia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</a:rPr>
              <a:t>4.  </a:t>
            </a:r>
            <a:r>
              <a:rPr sz="1600">
                <a:solidFill>
                  <a:srgbClr val="0F2040"/>
                </a:solidFill>
              </a:rPr>
              <a:t>Verás UN SOLO botón grande circular "REGISTRAR RONDA"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</a:rPr>
              <a:t>5.  </a:t>
            </a:r>
            <a:r>
              <a:rPr sz="1600">
                <a:solidFill>
                  <a:srgbClr val="0F2040"/>
                </a:solidFill>
              </a:rPr>
              <a:t>Presiona el botón → el navegador pedirá permiso de cámara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</a:rPr>
              <a:t>6.  </a:t>
            </a:r>
            <a:r>
              <a:rPr sz="1600">
                <a:solidFill>
                  <a:srgbClr val="0F2040"/>
                </a:solidFill>
              </a:rPr>
              <a:t>Apunta la cámara al QR del posto (10-15 cm de distancia)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</a:rPr>
              <a:t>7.  </a:t>
            </a:r>
            <a:r>
              <a:rPr sz="1600">
                <a:solidFill>
                  <a:srgbClr val="0F2040"/>
                </a:solidFill>
              </a:rPr>
              <a:t>El sistema detecta el QR y registra automáticamente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F59E0B"/>
                </a:solidFill>
              </a:rPr>
              <a:t>8.  </a:t>
            </a:r>
            <a:r>
              <a:rPr sz="1600">
                <a:solidFill>
                  <a:srgbClr val="0F2040"/>
                </a:solidFill>
              </a:rPr>
              <a:t>El celular vibra (corto = éxito) y aparece confirmación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Guardia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Requisitos técnicos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332720" cy="3200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137160" cy="320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0312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8000" b="0">
                <a:solidFill>
                  <a:srgbClr val="F59E0B"/>
                </a:solidFill>
                <a:latin typeface="Calibri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03120"/>
            <a:ext cx="7498079" cy="2743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>
                <a:solidFill>
                  <a:srgbClr val="0F2040"/>
                </a:solidFill>
                <a:latin typeface="Calibri"/>
              </a:rPr>
              <a:t>📱 Celular con cámara (preferentemente trasera)
🌐 Conexión a internet
🔒 Permiso de cámara concedido
🌐 Acceder por HTTPS
🔋 Batería suficiente (&gt;50%)
🌐 Navegador moderno (Chrome, Safari, Firefox)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Guardia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Solución de problemas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332720" cy="3200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137160" cy="32004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0312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8000" b="0">
                <a:solidFill>
                  <a:srgbClr val="0369A1"/>
                </a:solidFill>
                <a:latin typeface="Calibri"/>
              </a:rPr>
              <a:t>ℹ️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03120"/>
            <a:ext cx="7498079" cy="2743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>
                <a:solidFill>
                  <a:srgbClr val="0F2040"/>
                </a:solidFill>
                <a:latin typeface="Calibri"/>
              </a:rPr>
              <a:t>Si la cámara no abre: verifica HTTPS, revisa permisos del navegador, prueba "Reiniciar", o usa "Ingreso manual". Si el QR no se detecta: acerca a 10-15 cm, limpia el lente, asegúrate de que el QR no esté dañado.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Guardia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Manuales del Guardia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7</a:t>
            </a:r>
          </a:p>
        </p:txBody>
      </p:sp>
      <p:pic>
        <p:nvPicPr>
          <p:cNvPr id="5" name="Picture 4" descr="15_guardia_manu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87" y="1097280"/>
            <a:ext cx="9418320" cy="5886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Calibri"/>
              </a:rPr>
              <a:t>Página /manuales-guardia — descarga tu capacitación y el manual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Guardia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Datos de Acceso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Credenciales de prueba: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URL: https://condominios-cyj.vercel.app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Email: guardia.test@cyj.cl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Contraseña temporal: Guardia2026!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Deberás cambiar la contraseña en el primer login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F59E0B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Página de inicio: /rondas-guardia (automática)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Guardia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¡Listo!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200" b="0">
                <a:solidFill>
                  <a:srgbClr val="F1F5F9"/>
                </a:solidFill>
                <a:latin typeface="Calibri"/>
              </a:rPr>
              <a:t>Ya puedes comenzar a usar el sistema como Guardia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F59E0B"/>
                </a:solidFill>
                <a:latin typeface="Calibri"/>
              </a:rPr>
              <a:t>Si tienes dudas, consulta el Manual de Usuario o contacta al administrador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asesoriasintegralescyj@gmail.com  ·  +56 964 650 643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