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73152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103120" cy="2103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1">
                <a:solidFill>
                  <a:srgbClr val="0A1172"/>
                </a:solidFill>
                <a:latin typeface="Calibri"/>
              </a:rP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CAPACITACIÓN SISTEMA DE GESTIÓN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Rol: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Calibri"/>
              </a:rPr>
              <a:t>Acceso básico para residentes y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Condominio Laguna Norte  · 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Tu Rol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Como Usuario tienes acceso básico al sistema. Puedes crear OT y Solicitudes de Compra.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Crear Órdenes de Trabajo (no editar ni eliminar)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Crear Solicitudes de Compra (con justificación)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Ver catálogos (materiales, tareas, herramientas)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Ver reportes (no exportar)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Ver inventario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Hacer seguimiento de tus solicitudes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Módulos que puedes 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Acceso limitado a módulos esenciales: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Dashboard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Órdenes de Trabajo (ver + crear)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Inspecciones (ver)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Activos (ver)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Catálogos: Materiales, Tareas, Herramientas (ver)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Inventario (ver)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Solicitud de Compras (crear + ver propias)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Reportes (ver)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Notificaciones (relacionadas con tus solicitudes)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Tus flujos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Flujo: Crear Solicitud de Compra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Cómo solicitar la compra de materiales o servicios: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1.  </a:t>
            </a:r>
            <a:r>
              <a:rPr sz="1600">
                <a:solidFill>
                  <a:srgbClr val="0F2040"/>
                </a:solidFill>
                <a:latin typeface="Calibri"/>
              </a:rPr>
              <a:t>Ve a Solicitud de Compras → "Nueva Solicitud"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2.  </a:t>
            </a:r>
            <a:r>
              <a:rPr sz="1600">
                <a:solidFill>
                  <a:srgbClr val="0F2040"/>
                </a:solidFill>
                <a:latin typeface="Calibri"/>
              </a:rPr>
              <a:t>Completa: título, descripción, prioridad (Baja/Media/Alta/Urgente)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3.  </a:t>
            </a:r>
            <a:r>
              <a:rPr sz="1600">
                <a:solidFill>
                  <a:srgbClr val="0F2040"/>
                </a:solidFill>
                <a:latin typeface="Calibri"/>
              </a:rPr>
              <a:t>Indica fecha esperada de entrega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4.  </a:t>
            </a:r>
            <a:r>
              <a:rPr sz="1600">
                <a:solidFill>
                  <a:srgbClr val="0F2040"/>
                </a:solidFill>
                <a:latin typeface="Calibri"/>
              </a:rPr>
              <a:t>Agrega los materiales (nombre, cantidad, unidad, precio estimado)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5.  </a:t>
            </a:r>
            <a:r>
              <a:rPr sz="1600">
                <a:solidFill>
                  <a:srgbClr val="0F2040"/>
                </a:solidFill>
                <a:latin typeface="Calibri"/>
              </a:rPr>
              <a:t>Opcional: proveedor sugerido, links de compra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6.  </a:t>
            </a:r>
            <a:r>
              <a:rPr sz="1600">
                <a:solidFill>
                  <a:srgbClr val="0F2040"/>
                </a:solidFill>
                <a:latin typeface="Calibri"/>
              </a:rPr>
              <a:t>Guarda → se envía email automático a administración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7.  </a:t>
            </a:r>
            <a:r>
              <a:rPr sz="1600">
                <a:solidFill>
                  <a:srgbClr val="0F2040"/>
                </a:solidFill>
                <a:latin typeface="Calibri"/>
              </a:rPr>
              <a:t>Tu SC queda en etapa "Pendiente Supervisor"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8.  </a:t>
            </a:r>
            <a:r>
              <a:rPr sz="1600">
                <a:solidFill>
                  <a:srgbClr val="0F2040"/>
                </a:solidFill>
                <a:latin typeface="Calibri"/>
              </a:rPr>
              <a:t>Recibirás notificaciones cuando: supervisor apruebe/rechace, admin gestione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Flujo: Crear Orden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Cómo reportar una mantención o reparación necesaria: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1.  </a:t>
            </a:r>
            <a:r>
              <a:rPr sz="1600">
                <a:solidFill>
                  <a:srgbClr val="0F2040"/>
                </a:solidFill>
                <a:latin typeface="Calibri"/>
              </a:rPr>
              <a:t>Ve a Órdenes de Trabajo → "Nueva OT"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2.  </a:t>
            </a:r>
            <a:r>
              <a:rPr sz="1600">
                <a:solidFill>
                  <a:srgbClr val="0F2040"/>
                </a:solidFill>
                <a:latin typeface="Calibri"/>
              </a:rPr>
              <a:t>Completa: título, propiedad, prioridad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3.  </a:t>
            </a:r>
            <a:r>
              <a:rPr sz="1600">
                <a:solidFill>
                  <a:srgbClr val="0F2040"/>
                </a:solidFill>
                <a:latin typeface="Calibri"/>
              </a:rPr>
              <a:t>Describe el problema en detalle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4.  </a:t>
            </a:r>
            <a:r>
              <a:rPr sz="1600">
                <a:solidFill>
                  <a:srgbClr val="0F2040"/>
                </a:solidFill>
                <a:latin typeface="Calibri"/>
              </a:rPr>
              <a:t>Agrega materiales y herramientas necesarias (si los conoces)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5.  </a:t>
            </a:r>
            <a:r>
              <a:rPr sz="1600">
                <a:solidFill>
                  <a:srgbClr val="0F2040"/>
                </a:solidFill>
                <a:latin typeface="Calibri"/>
              </a:rPr>
              <a:t>Guarda → la OT queda en estado "Pendiente"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6.  </a:t>
            </a:r>
            <a:r>
              <a:rPr sz="1600">
                <a:solidFill>
                  <a:srgbClr val="0F2040"/>
                </a:solidFill>
                <a:latin typeface="Calibri"/>
              </a:rPr>
              <a:t>El supervisor/admin la asignará a un trabajador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7.  </a:t>
            </a:r>
            <a:r>
              <a:rPr sz="1600">
                <a:solidFill>
                  <a:srgbClr val="0F2040"/>
                </a:solidFill>
                <a:latin typeface="Calibri"/>
              </a:rPr>
              <a:t>Puedes hacer seguimiento del estado desde el módulo OT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Seguimiento de tus Solicitudes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577840" cy="54864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En Solicitud de Compras solo ves las que TÚ creaste: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Filtra por estado: Solicitado, En Proceso, Comprado, Rechazado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Filtra por prioridad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Busca por código (SC-0001) o título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Haz clic para ver el detalle completo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Verás la etapa de aprobación actual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577840" cy="548640"/>
          </a:xfrm>
          <a:prstGeom prst="round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Estados que verás: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Solicitado → esperando supervisor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Aprobada Supervisor → esperando admin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En Proceso → admin gestionando compra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Comprado → compra realizada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Rechazada → con motivo del rechazo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 puedes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37160" cy="3200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0">
                <a:solidFill>
                  <a:srgbClr val="DC2626"/>
                </a:solidFill>
                <a:latin typeface="Calibri"/>
              </a:rPr>
              <a:t>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7498079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>
                <a:solidFill>
                  <a:srgbClr val="0F2040"/>
                </a:solidFill>
                <a:latin typeface="Calibri"/>
              </a:rPr>
              <a:t>Limitaciones del rol Usuario:
✗ Editar o eliminar OT (solo crear)
✗ Aprobar OT o SC (eso lo hace supervisor/admin)
✗ Ver módulos admin (Usuarios, Permisos, Respaldos, Auditoría)
✗ Ver Personal, Proveedores, Centro de Costos
✗ Ver Cumplimiento Legal o Solicitudes de otros usuarios
✗ Exportar reportes a PDF/Excel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Usuario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Datos de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Credenciales de prueba para capacitación: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URL: https://condominios-cyj.vercel.app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Email: usuario.test@cyj.cl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Contraseña temporal: Usuario2026!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Deberás cambiar la contraseña en el primer login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Página de inicio: /sistema (dashboard)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¡Listo!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Calibri"/>
              </a:rPr>
              <a:t>Ya puedes comenzar a usar el sistema como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F59E0B"/>
                </a:solidFill>
                <a:latin typeface="Calibri"/>
              </a:rPr>
              <a:t>Si tienes dudas, consulta el Manual de Usuario o contacta al administrador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asesoriasintegralescyj@gmail.com  ·  +56 964 650 643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