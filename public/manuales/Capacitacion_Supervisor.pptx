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0" y="731520"/>
            <a:ext cx="21031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731520"/>
            <a:ext cx="2103120" cy="2103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1">
                <a:solidFill>
                  <a:srgbClr val="0A1172"/>
                </a:solidFill>
                <a:latin typeface="Calibri"/>
              </a:rPr>
              <a:t>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Calibri"/>
              </a:rPr>
              <a:t>CAPACITACIÓN SISTEMA DE GESTIÓN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Rol: Supervisor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0">
                <a:solidFill>
                  <a:srgbClr val="F1F5F9"/>
                </a:solidFill>
                <a:latin typeface="Calibri"/>
              </a:rPr>
              <a:t>Gestión operativa del condominio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Calibri"/>
              </a:rPr>
              <a:t>Condominio Laguna Norte  ·  Junio 2026  ·  v1.1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Tu Rol y Responsabilidades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Como Supervisor eres el puente entre el personal y el administrador.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Crear y editar Órdenes de Trabajo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Aprobar OT completadas (junto con el admin)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Aprobar/rechazar Solicitudes de Compra en la 1ra etapa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Gestionar personal (ver y editar)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Editar proyectos (no crear)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Registrar rondas escaneando QR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Ver y exportar reportes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Dashboard del Supervisor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3</a:t>
            </a:r>
          </a:p>
        </p:txBody>
      </p:sp>
      <p:pic>
        <p:nvPicPr>
          <p:cNvPr id="5" name="Picture 4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Vista del Dashboard con métricas operativas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Solicitudes de Compra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4</a:t>
            </a:r>
          </a:p>
        </p:txBody>
      </p:sp>
      <p:pic>
        <p:nvPicPr>
          <p:cNvPr id="5" name="Picture 4" descr="06_solicitudes_comp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Módulo SC — el supervisor ve botones "Aprobar/Rechazar" en etapa 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Aprobar SC (Etapa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Tu rol es clave en el flujo de SC: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1.  </a:t>
            </a:r>
            <a:r>
              <a:rPr sz="1600">
                <a:solidFill>
                  <a:srgbClr val="0F2040"/>
                </a:solidFill>
              </a:rPr>
              <a:t>Ve a Solicitud de Compras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2.  </a:t>
            </a:r>
            <a:r>
              <a:rPr sz="1600">
                <a:solidFill>
                  <a:srgbClr val="0F2040"/>
                </a:solidFill>
              </a:rPr>
              <a:t>Filtra por etapa "Pendiente Supervisor"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3.  </a:t>
            </a:r>
            <a:r>
              <a:rPr sz="1600">
                <a:solidFill>
                  <a:srgbClr val="0F2040"/>
                </a:solidFill>
              </a:rPr>
              <a:t>Revisa: materiales, cantidades, precios, justificación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4.  </a:t>
            </a:r>
            <a:r>
              <a:rPr sz="1600">
                <a:solidFill>
                  <a:srgbClr val="0F2040"/>
                </a:solidFill>
              </a:rPr>
              <a:t>Si procede: botón "Aprobar" (verde)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5.  </a:t>
            </a:r>
            <a:r>
              <a:rPr sz="1600">
                <a:solidFill>
                  <a:srgbClr val="0F2040"/>
                </a:solidFill>
              </a:rPr>
              <a:t>Si no procede: botón "Rechazar" (rojo) + motivo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6.  </a:t>
            </a:r>
            <a:r>
              <a:rPr sz="1600">
                <a:solidFill>
                  <a:srgbClr val="0F2040"/>
                </a:solidFill>
              </a:rPr>
              <a:t>Al aprobar → se notifica automáticamente al admin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7.  </a:t>
            </a:r>
            <a:r>
              <a:rPr sz="1600">
                <a:solidFill>
                  <a:srgbClr val="0F2040"/>
                </a:solidFill>
              </a:rPr>
              <a:t>El admin verá la SC en etapa "Aprobada Supervisor"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Importante: SC que tú creas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137160" cy="3200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8000" b="0">
                <a:solidFill>
                  <a:srgbClr val="F59E0B"/>
                </a:solidFill>
                <a:latin typeface="Calibri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03120"/>
            <a:ext cx="7498079" cy="2743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800" b="0">
                <a:solidFill>
                  <a:srgbClr val="0F2040"/>
                </a:solidFill>
                <a:latin typeface="Calibri"/>
              </a:rPr>
              <a:t>Las Solicitudes de Compra que TÚ creas también pasan por el flujo de aprobación. Como supervisor, no puedes auto-aprobar tus propias SC. Esto evita conflictos de interés.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Órdenes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03_ot_li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Listado de OT — el supervisor puede crear, editar y aprobar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Flujo: Aprobar OT Completada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Tú también puedes aprobar OT: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1.  </a:t>
            </a:r>
            <a:r>
              <a:rPr sz="1600">
                <a:solidFill>
                  <a:srgbClr val="0F2040"/>
                </a:solidFill>
              </a:rPr>
              <a:t>Ve a Aprobaciones OT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2.  </a:t>
            </a:r>
            <a:r>
              <a:rPr sz="1600">
                <a:solidFill>
                  <a:srgbClr val="0F2040"/>
                </a:solidFill>
              </a:rPr>
              <a:t>Verás OTs completadas pendientes de aprobación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3.  </a:t>
            </a:r>
            <a:r>
              <a:rPr sz="1600">
                <a:solidFill>
                  <a:srgbClr val="0F2040"/>
                </a:solidFill>
              </a:rPr>
              <a:t>Haz clic para revisar el detalle completo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4.  </a:t>
            </a:r>
            <a:r>
              <a:rPr sz="1600">
                <a:solidFill>
                  <a:srgbClr val="0F2040"/>
                </a:solidFill>
              </a:rPr>
              <a:t>Verifica: materiales usados, tareas, fotos, personal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5.  </a:t>
            </a:r>
            <a:r>
              <a:rPr sz="1600">
                <a:solidFill>
                  <a:srgbClr val="0F2040"/>
                </a:solidFill>
              </a:rPr>
              <a:t>Si está correcto: "Aprobar"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1">
                <a:solidFill>
                  <a:srgbClr val="0369A1"/>
                </a:solidFill>
              </a:rPr>
              <a:t>6.  </a:t>
            </a:r>
            <a:r>
              <a:rPr sz="1600">
                <a:solidFill>
                  <a:srgbClr val="0F2040"/>
                </a:solidFill>
              </a:rPr>
              <a:t>Si hay problemas: "Rechazar" + motivo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Módulo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04_proyec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Proyectos — el supervisor puede ver y editar (no crear)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Crear Nueva 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10</a:t>
            </a:r>
          </a:p>
        </p:txBody>
      </p:sp>
      <p:pic>
        <p:nvPicPr>
          <p:cNvPr id="5" name="Picture 4" descr="11_sc_cr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097280"/>
            <a:ext cx="9418320" cy="588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Formulario de creación de Solicitud de Compra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No puedes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Limitaciones del rol Supervisor: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gestionar Usuarios (solo ver)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eliminar nada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crear proyectos (solo editar existentes)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gestionar Respaldos de BD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ver Cumplimiento Legal ni Auditoría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No puedes aprobar SC en etapa 2 (eso lo hace el admin)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Datos de Acceso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37160"/>
            <a:ext cx="73152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400" b="0">
                <a:solidFill>
                  <a:srgbClr val="F59E0B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Credenciales de prueba: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URL: https://condominios-cyj.vercel.app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Email: supervisor.test@cyj.cl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Contraseña temporal: Supervisor2026!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600" b="1">
                <a:solidFill>
                  <a:srgbClr val="0369A1"/>
                </a:solidFill>
              </a:rPr>
              <a:t>● </a:t>
            </a:r>
            <a:r>
              <a:rPr sz="1600">
                <a:solidFill>
                  <a:srgbClr val="0F2040"/>
                </a:solidFill>
              </a:rPr>
              <a:t>Deberás cambiar la contraseña en el primer login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F2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83680"/>
            <a:ext cx="64008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Asesorías Integrales CyJ · Capacitación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583680"/>
            <a:ext cx="4572000" cy="274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900" b="0">
                <a:solidFill>
                  <a:srgbClr val="F59E0B"/>
                </a:solidFill>
                <a:latin typeface="Calibri"/>
              </a:rPr>
              <a:t>https://condominios-cyj.vercel.app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¡Listo!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2200" b="0">
                <a:solidFill>
                  <a:srgbClr val="F1F5F9"/>
                </a:solidFill>
                <a:latin typeface="Calibri"/>
              </a:rPr>
              <a:t>Ya puedes comenzar a usar el sistema como Supervisor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F59E0B"/>
                </a:solidFill>
                <a:latin typeface="Calibri"/>
              </a:rPr>
              <a:t>Si tienes dudas, consulta el Manual de Usuario o contacta al administrador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asesoriasintegralescyj@gmail.com  ·  +56 964 650 643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