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73152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2103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1">
                <a:solidFill>
                  <a:srgbClr val="0A1172"/>
                </a:solidFill>
                <a:latin typeface="Calibri"/>
              </a:rP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CAPACITACIÓN SISTEMA DE 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Rol: 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Calibri"/>
              </a:rPr>
              <a:t>Gestión operativa del condominio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Condominio Laguna Norte  ·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Tu Rol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Como Supervisor tienes acceso a la gestión operativa. Eres el puente entre el personal y el administrador.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Crear y editar Órdenes de Trabajo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Aprobar OT completadas (junto con el admin)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Aprobar/rechazar Solicitudes de Compra en la 1ra etapa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Gestionar personal (ver y editar)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Editar proyectos (no crear)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Registrar rondas escaneando QR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Ver y exportar reportes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Coordinar inspecciones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Módulos que puedes 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Tienes acceso a la mayoría de módulos operativos: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Dashboard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Órdenes de Trabajo + Aprobaciones OT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Proyectos (ver y editar)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Inspecciones (ver, crear, editar)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Personal (ver y editar)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Asistencia, Activos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Inventario (ver y editar movimientos)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Solicitud de Compras (crear + aprobar etapa 1)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Proveedores (ver), Centro de Costos (ver)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Catálogos (ver)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Rondas (ver + registrar)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Reportes (ver y exportar)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Notificaciones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Tu rol en los flujos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 SC: Tu rol 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577840" cy="548640"/>
          </a:xfrm>
          <a:prstGeom prst="round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Solicitudes de Compra — Tu apruebas PRIMERO: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369A1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Cuando alguien crea una SC → etapa "Pendiente Supervisor"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369A1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Solo TÚ (rol supervisor) ves los botones Aprobar/Rechazar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369A1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El admin NO puede aprobar en esta etapa (solo en la siguiente)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369A1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Si apruebas → pasa al admin para gestionar compra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369A1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Si rechazas → estado "Rechazada" + motivo obligatorio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577840" cy="548640"/>
          </a:xfrm>
          <a:prstGeom prst="round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Acciones que puedes hacer: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Aprobar SC (botón verde "Aprobar")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Rechazar SC (botón rojo "Rechazar" + motivo)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Crear tus propias SC (también pasan por tu aprobación)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Ver todas las SC del sistema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A1172"/>
                </a:solidFill>
                <a:latin typeface="Calibri"/>
              </a:rPr>
              <a:t>● </a:t>
            </a:r>
            <a:r>
              <a:rPr sz="1400">
                <a:solidFill>
                  <a:srgbClr val="0F2040"/>
                </a:solidFill>
                <a:latin typeface="Calibri"/>
              </a:rPr>
              <a:t>Recibir notificaciones cuando el admin gestiona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Flujo: Aprobar SC (Etapa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Pasos para aprobar una Solicitud de Compra: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1.  </a:t>
            </a:r>
            <a:r>
              <a:rPr sz="1600">
                <a:solidFill>
                  <a:srgbClr val="0F2040"/>
                </a:solidFill>
                <a:latin typeface="Calibri"/>
              </a:rPr>
              <a:t>Ve a Solicitud de Compras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2.  </a:t>
            </a:r>
            <a:r>
              <a:rPr sz="1600">
                <a:solidFill>
                  <a:srgbClr val="0F2040"/>
                </a:solidFill>
                <a:latin typeface="Calibri"/>
              </a:rPr>
              <a:t>Filtra por etapa "Pendiente Supervisor"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3.  </a:t>
            </a:r>
            <a:r>
              <a:rPr sz="1600">
                <a:solidFill>
                  <a:srgbClr val="0F2040"/>
                </a:solidFill>
                <a:latin typeface="Calibri"/>
              </a:rPr>
              <a:t>Revisa: materiales, cantidades, precios, justificación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4.  </a:t>
            </a:r>
            <a:r>
              <a:rPr sz="1600">
                <a:solidFill>
                  <a:srgbClr val="0F2040"/>
                </a:solidFill>
                <a:latin typeface="Calibri"/>
              </a:rPr>
              <a:t>Si procede: botón "Aprobar" (verde)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5.  </a:t>
            </a:r>
            <a:r>
              <a:rPr sz="1600">
                <a:solidFill>
                  <a:srgbClr val="0F2040"/>
                </a:solidFill>
                <a:latin typeface="Calibri"/>
              </a:rPr>
              <a:t>Si no procede: botón "Rechazar" (rojo) + motivo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6.  </a:t>
            </a:r>
            <a:r>
              <a:rPr sz="1600">
                <a:solidFill>
                  <a:srgbClr val="0F2040"/>
                </a:solidFill>
                <a:latin typeface="Calibri"/>
              </a:rPr>
              <a:t>Al aprobar → se notifica automáticamente al admin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7.  </a:t>
            </a:r>
            <a:r>
              <a:rPr sz="1600">
                <a:solidFill>
                  <a:srgbClr val="0F2040"/>
                </a:solidFill>
                <a:latin typeface="Calibri"/>
              </a:rPr>
              <a:t>El admin verá la SC en etapa "Aprobada Supervisor"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Flujo: Aprobar OT Completada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Tú también puedes aprobar OT (junto con el admin):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1.  </a:t>
            </a:r>
            <a:r>
              <a:rPr sz="1600">
                <a:solidFill>
                  <a:srgbClr val="0F2040"/>
                </a:solidFill>
                <a:latin typeface="Calibri"/>
              </a:rPr>
              <a:t>Ve a Aprobaciones OT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2.  </a:t>
            </a:r>
            <a:r>
              <a:rPr sz="1600">
                <a:solidFill>
                  <a:srgbClr val="0F2040"/>
                </a:solidFill>
                <a:latin typeface="Calibri"/>
              </a:rPr>
              <a:t>Verás OTs completadas pendientes de aprobación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3.  </a:t>
            </a:r>
            <a:r>
              <a:rPr sz="1600">
                <a:solidFill>
                  <a:srgbClr val="0F2040"/>
                </a:solidFill>
                <a:latin typeface="Calibri"/>
              </a:rPr>
              <a:t>Haz clic para revisar el detalle completo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4.  </a:t>
            </a:r>
            <a:r>
              <a:rPr sz="1600">
                <a:solidFill>
                  <a:srgbClr val="0F2040"/>
                </a:solidFill>
                <a:latin typeface="Calibri"/>
              </a:rPr>
              <a:t>Verifica: materiales usados, tareas, fotos, personal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5.  </a:t>
            </a:r>
            <a:r>
              <a:rPr sz="1600">
                <a:solidFill>
                  <a:srgbClr val="0F2040"/>
                </a:solidFill>
                <a:latin typeface="Calibri"/>
              </a:rPr>
              <a:t>Si está correcto: "Aprobar"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6.  </a:t>
            </a:r>
            <a:r>
              <a:rPr sz="1600">
                <a:solidFill>
                  <a:srgbClr val="0F2040"/>
                </a:solidFill>
                <a:latin typeface="Calibri"/>
              </a:rPr>
              <a:t>Si hay problemas: "Rechazar" + motivo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0369A1"/>
                </a:solidFill>
                <a:latin typeface="Calibri"/>
              </a:rPr>
              <a:t>7.  </a:t>
            </a:r>
            <a:r>
              <a:rPr sz="1600">
                <a:solidFill>
                  <a:srgbClr val="0F2040"/>
                </a:solidFill>
                <a:latin typeface="Calibri"/>
              </a:rPr>
              <a:t>El trabajador verá la decisión y actuará en consecuencia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Importante: SC que tú creas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37160" cy="3200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0">
                <a:solidFill>
                  <a:srgbClr val="F59E0B"/>
                </a:solidFill>
                <a:latin typeface="Calibri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498079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>
                <a:solidFill>
                  <a:srgbClr val="0F2040"/>
                </a:solidFill>
                <a:latin typeface="Calibri"/>
              </a:rPr>
              <a:t>Las Solicitudes de Compra que TÚ creas también pasan por el flujo de aprobación. Como supervisor, no puedes auto-aprobar tus propias SC (otro supervisor o el admin debe aprobarlas). Esto evita conflictos de interés.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 puedes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Limitaciones del rol Supervisor (por diseño):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gestionar Usuarios (solo ver)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eliminar nada (OT, proyectos, personal, etc.)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crear proyectos (solo editar existentes)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crear/eliminar personal (solo editar)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gestionar Respaldos de BD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ver Cumplimiento Legal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ver Auditoría (logs)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gestionar permisos del sistema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No puedes aprobar SC en etapa 2 (eso lo hace el admin)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Datos de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Credenciales de prueba para capacitación: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URL: https://condominios-cyj.vercel.app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Email: supervisor.test@cyj.cl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Contraseña temporal: Supervisor2026!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Deberás cambiar la contraseña en el primer login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0369A1"/>
                </a:solidFill>
                <a:latin typeface="Calibri"/>
              </a:rPr>
              <a:t>● </a:t>
            </a:r>
            <a:r>
              <a:rPr sz="1600">
                <a:solidFill>
                  <a:srgbClr val="0F2040"/>
                </a:solidFill>
                <a:latin typeface="Calibri"/>
              </a:rPr>
              <a:t>Página de inicio: /sistema (dashboard)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¡Listo!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Calibri"/>
              </a:rPr>
              <a:t>Ya puedes comenzar a usar el sistema como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Calibri"/>
              </a:rPr>
              <a:t>Si tienes dudas, consulta el Manual de Usuario o contacta al administrador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asesoriasintegralescyj@gmail.com  ·  +56 964 650 643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